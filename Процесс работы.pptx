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6054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3817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4138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3385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1544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4117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045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6723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418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204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56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803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Работа с гит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3092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532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447" y="230538"/>
            <a:ext cx="6541477" cy="6305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251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387" y="476250"/>
            <a:ext cx="9039225" cy="590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83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38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114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204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5" y="276225"/>
            <a:ext cx="8820150" cy="630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990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262" y="638175"/>
            <a:ext cx="8753475" cy="558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81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281" y="254975"/>
            <a:ext cx="9193457" cy="630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188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3" y="76200"/>
            <a:ext cx="7666343" cy="584102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257" y="76200"/>
            <a:ext cx="3695700" cy="23717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1257" y="3335948"/>
            <a:ext cx="3838575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060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375" y="461962"/>
            <a:ext cx="7715250" cy="593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664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66" y="111369"/>
            <a:ext cx="6743700" cy="32766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855" y="184637"/>
            <a:ext cx="4037868" cy="646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266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23" y="108438"/>
            <a:ext cx="4648200" cy="24384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210" y="46892"/>
            <a:ext cx="3675186" cy="315669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931" y="3203587"/>
            <a:ext cx="10458174" cy="359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268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8" y="111468"/>
            <a:ext cx="6886575" cy="203835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928" y="111468"/>
            <a:ext cx="3838575" cy="2581275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28" y="3627867"/>
            <a:ext cx="5644074" cy="240223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314" y="3627867"/>
            <a:ext cx="5926350" cy="242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9776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3</Words>
  <Application>Microsoft Office PowerPoint</Application>
  <PresentationFormat>Широкоэкранный</PresentationFormat>
  <Paragraphs>1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Тема Office</vt:lpstr>
      <vt:lpstr>Работа с гит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Работа с гит</dc:title>
  <dc:creator>Yarik</dc:creator>
  <cp:lastModifiedBy>Yarik</cp:lastModifiedBy>
  <cp:revision>22</cp:revision>
  <dcterms:created xsi:type="dcterms:W3CDTF">2025-12-26T18:52:36Z</dcterms:created>
  <dcterms:modified xsi:type="dcterms:W3CDTF">2025-12-26T20:58:19Z</dcterms:modified>
</cp:coreProperties>
</file>