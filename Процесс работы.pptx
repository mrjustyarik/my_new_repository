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05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81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13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38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15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11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4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2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1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0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56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5B4B1-47F5-49A3-8FA1-831B8891A6F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069AD-92A3-4C1F-AAFF-C4EF8CF3E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0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гит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09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466725"/>
            <a:ext cx="90678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3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447" y="230538"/>
            <a:ext cx="6541477" cy="630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5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476250"/>
            <a:ext cx="90392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8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466725"/>
            <a:ext cx="90678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3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11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0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99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81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188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06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90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66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26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26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977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248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17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50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83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8814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Широкоэкранный</PresentationFormat>
  <Paragraphs>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Работа с гит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гит</dc:title>
  <dc:creator>Yarik</dc:creator>
  <cp:lastModifiedBy>Yarik</cp:lastModifiedBy>
  <cp:revision>4</cp:revision>
  <dcterms:created xsi:type="dcterms:W3CDTF">2025-12-26T18:52:36Z</dcterms:created>
  <dcterms:modified xsi:type="dcterms:W3CDTF">2025-12-26T18:57:14Z</dcterms:modified>
</cp:coreProperties>
</file>