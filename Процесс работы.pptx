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8" r:id="rId13"/>
    <p:sldId id="269" r:id="rId14"/>
    <p:sldId id="270" r:id="rId15"/>
    <p:sldId id="271" r:id="rId16"/>
    <p:sldId id="272" r:id="rId17"/>
    <p:sldId id="273" r:id="rId18"/>
    <p:sldId id="274" r:id="rId19"/>
    <p:sldId id="275" r:id="rId20"/>
    <p:sldId id="276" r:id="rId21"/>
  </p:sldIdLst>
  <p:sldSz cx="12192000" cy="6858000"/>
  <p:notesSz cx="6858000" cy="9144000"/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09" d="100"/>
          <a:sy n="109" d="100"/>
        </p:scale>
        <p:origin x="636" y="1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Подзаголовок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ru-RU" smtClean="0"/>
              <a:t>Образец подзаголовка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75B4B1-47F5-49A3-8FA1-831B8891A6F3}" type="datetimeFigureOut">
              <a:rPr lang="ru-RU" smtClean="0"/>
              <a:t>26.12.2025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9069AD-92A3-4C1F-AAFF-C4EF8CF3EDC9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53605419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75B4B1-47F5-49A3-8FA1-831B8891A6F3}" type="datetimeFigureOut">
              <a:rPr lang="ru-RU" smtClean="0"/>
              <a:t>26.12.2025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9069AD-92A3-4C1F-AAFF-C4EF8CF3EDC9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30381754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75B4B1-47F5-49A3-8FA1-831B8891A6F3}" type="datetimeFigureOut">
              <a:rPr lang="ru-RU" smtClean="0"/>
              <a:t>26.12.2025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9069AD-92A3-4C1F-AAFF-C4EF8CF3EDC9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23413802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Объект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Объект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75B4B1-47F5-49A3-8FA1-831B8891A6F3}" type="datetimeFigureOut">
              <a:rPr lang="ru-RU" smtClean="0"/>
              <a:t>26.12.2025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9069AD-92A3-4C1F-AAFF-C4EF8CF3EDC9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09338587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4" name="Объект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5" name="Текст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6" name="Объект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7" name="Дата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75B4B1-47F5-49A3-8FA1-831B8891A6F3}" type="datetimeFigureOut">
              <a:rPr lang="ru-RU" smtClean="0"/>
              <a:t>26.12.2025</a:t>
            </a:fld>
            <a:endParaRPr lang="ru-RU"/>
          </a:p>
        </p:txBody>
      </p:sp>
      <p:sp>
        <p:nvSpPr>
          <p:cNvPr id="8" name="Нижний колонтитул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Номер слайда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9069AD-92A3-4C1F-AAFF-C4EF8CF3EDC9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25315447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75B4B1-47F5-49A3-8FA1-831B8891A6F3}" type="datetimeFigureOut">
              <a:rPr lang="ru-RU" smtClean="0"/>
              <a:t>26.12.2025</a:t>
            </a:fld>
            <a:endParaRPr lang="ru-RU"/>
          </a:p>
        </p:txBody>
      </p:sp>
      <p:sp>
        <p:nvSpPr>
          <p:cNvPr id="4" name="Нижний колонтитул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Номер слайда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9069AD-92A3-4C1F-AAFF-C4EF8CF3EDC9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05411717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75B4B1-47F5-49A3-8FA1-831B8891A6F3}" type="datetimeFigureOut">
              <a:rPr lang="ru-RU" smtClean="0"/>
              <a:t>26.12.2025</a:t>
            </a:fld>
            <a:endParaRPr lang="ru-RU"/>
          </a:p>
        </p:txBody>
      </p:sp>
      <p:sp>
        <p:nvSpPr>
          <p:cNvPr id="3" name="Нижний колонтитул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9069AD-92A3-4C1F-AAFF-C4EF8CF3EDC9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9304523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75B4B1-47F5-49A3-8FA1-831B8891A6F3}" type="datetimeFigureOut">
              <a:rPr lang="ru-RU" smtClean="0"/>
              <a:t>26.12.2025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9069AD-92A3-4C1F-AAFF-C4EF8CF3EDC9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71672318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Рисунок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ru-RU"/>
          </a:p>
        </p:txBody>
      </p:sp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75B4B1-47F5-49A3-8FA1-831B8891A6F3}" type="datetimeFigureOut">
              <a:rPr lang="ru-RU" smtClean="0"/>
              <a:t>26.12.2025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9069AD-92A3-4C1F-AAFF-C4EF8CF3EDC9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86641824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Вертикальный текст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75B4B1-47F5-49A3-8FA1-831B8891A6F3}" type="datetimeFigureOut">
              <a:rPr lang="ru-RU" smtClean="0"/>
              <a:t>26.12.2025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9069AD-92A3-4C1F-AAFF-C4EF8CF3EDC9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79320414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тикальный заголовок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Вертикальный текст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75B4B1-47F5-49A3-8FA1-831B8891A6F3}" type="datetimeFigureOut">
              <a:rPr lang="ru-RU" smtClean="0"/>
              <a:t>26.12.2025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9069AD-92A3-4C1F-AAFF-C4EF8CF3EDC9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71756764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B75B4B1-47F5-49A3-8FA1-831B8891A6F3}" type="datetimeFigureOut">
              <a:rPr lang="ru-RU" smtClean="0"/>
              <a:t>26.12.2025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89069AD-92A3-4C1F-AAFF-C4EF8CF3EDC9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0280357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2.png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ru-RU" dirty="0" smtClean="0"/>
              <a:t>Работа с гит</a:t>
            </a:r>
            <a:endParaRPr lang="ru-RU" dirty="0"/>
          </a:p>
        </p:txBody>
      </p:sp>
      <p:sp>
        <p:nvSpPr>
          <p:cNvPr id="3" name="Подзаголовок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02309229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Рисунок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62100" y="466725"/>
            <a:ext cx="9067800" cy="59245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7553231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Рисунок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90447" y="230538"/>
            <a:ext cx="6541477" cy="63055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2525136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Рисунок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76387" y="476250"/>
            <a:ext cx="9039225" cy="5905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2528395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Рисунок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62100" y="466725"/>
            <a:ext cx="9067800" cy="59245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8163878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Рисунок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62100" y="466725"/>
            <a:ext cx="9067800" cy="59245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6611483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Рисунок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62100" y="466725"/>
            <a:ext cx="9067800" cy="59245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3820456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Рисунок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85925" y="276225"/>
            <a:ext cx="8820150" cy="63055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1699035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Рисунок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19262" y="638175"/>
            <a:ext cx="8753475" cy="55816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7781124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Рисунок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16281" y="254975"/>
            <a:ext cx="9193457" cy="63040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0718877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Рисунок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873" y="76200"/>
            <a:ext cx="7666343" cy="5841023"/>
          </a:xfrm>
          <a:prstGeom prst="rect">
            <a:avLst/>
          </a:prstGeom>
        </p:spPr>
      </p:pic>
      <p:pic>
        <p:nvPicPr>
          <p:cNvPr id="4" name="Рисунок 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11257" y="76200"/>
            <a:ext cx="3695700" cy="2371725"/>
          </a:xfrm>
          <a:prstGeom prst="rect">
            <a:avLst/>
          </a:prstGeom>
        </p:spPr>
      </p:pic>
      <p:pic>
        <p:nvPicPr>
          <p:cNvPr id="5" name="Рисунок 4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11257" y="3335948"/>
            <a:ext cx="3838575" cy="25812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6806072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Рисунок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38375" y="461962"/>
            <a:ext cx="7715250" cy="59340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1066427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Рисунок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666" y="111369"/>
            <a:ext cx="6743700" cy="3276600"/>
          </a:xfrm>
          <a:prstGeom prst="rect">
            <a:avLst/>
          </a:prstGeom>
        </p:spPr>
      </p:pic>
      <p:pic>
        <p:nvPicPr>
          <p:cNvPr id="3" name="Рисунок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22855" y="184637"/>
            <a:ext cx="4037868" cy="64634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4726619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Рисунок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923" y="108438"/>
            <a:ext cx="4648200" cy="2438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2426805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22497764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75324872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82317468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442502021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856830180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601881427"/>
      </p:ext>
    </p:extLst>
  </p:cSld>
  <p:clrMapOvr>
    <a:masterClrMapping/>
  </p:clrMapOvr>
</p:sld>
</file>

<file path=ppt/theme/theme1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76</TotalTime>
  <Words>3</Words>
  <Application>Microsoft Office PowerPoint</Application>
  <PresentationFormat>Широкоэкранный</PresentationFormat>
  <Paragraphs>1</Paragraphs>
  <Slides>20</Slides>
  <Notes>0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3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20</vt:i4>
      </vt:variant>
    </vt:vector>
  </HeadingPairs>
  <TitlesOfParts>
    <vt:vector size="24" baseType="lpstr">
      <vt:lpstr>Arial</vt:lpstr>
      <vt:lpstr>Calibri</vt:lpstr>
      <vt:lpstr>Calibri Light</vt:lpstr>
      <vt:lpstr>Тема Office</vt:lpstr>
      <vt:lpstr>Работа с гит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Работа с гит</dc:title>
  <dc:creator>Yarik</dc:creator>
  <cp:lastModifiedBy>Yarik</cp:lastModifiedBy>
  <cp:revision>16</cp:revision>
  <dcterms:created xsi:type="dcterms:W3CDTF">2025-12-26T18:52:36Z</dcterms:created>
  <dcterms:modified xsi:type="dcterms:W3CDTF">2025-12-26T20:09:03Z</dcterms:modified>
</cp:coreProperties>
</file>